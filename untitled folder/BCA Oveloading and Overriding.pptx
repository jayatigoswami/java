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3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702CD7-6083-4450-BD3A-A8F0EA613EA5}" type="datetimeFigureOut">
              <a:rPr lang="en-IN" smtClean="0"/>
              <a:t>22-03-2023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EBB7FD-5837-41CE-8D97-E68BB60FB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050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EBB7FD-5837-41CE-8D97-E68BB60FB51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111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6D123-C131-4E7C-9AD7-189E426E34C8}" type="datetimeFigureOut">
              <a:rPr lang="en-IN" smtClean="0"/>
              <a:t>22-03-2023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E833B-C8B8-4038-98EE-1118B59DD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011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6D123-C131-4E7C-9AD7-189E426E34C8}" type="datetimeFigureOut">
              <a:rPr lang="en-IN" smtClean="0"/>
              <a:t>22-03-2023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E833B-C8B8-4038-98EE-1118B59DD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979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6D123-C131-4E7C-9AD7-189E426E34C8}" type="datetimeFigureOut">
              <a:rPr lang="en-IN" smtClean="0"/>
              <a:t>22-03-2023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E833B-C8B8-4038-98EE-1118B59DD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958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6D123-C131-4E7C-9AD7-189E426E34C8}" type="datetimeFigureOut">
              <a:rPr lang="en-IN" smtClean="0"/>
              <a:t>22-03-2023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E833B-C8B8-4038-98EE-1118B59DD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871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6D123-C131-4E7C-9AD7-189E426E34C8}" type="datetimeFigureOut">
              <a:rPr lang="en-IN" smtClean="0"/>
              <a:t>22-03-2023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E833B-C8B8-4038-98EE-1118B59DD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786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6D123-C131-4E7C-9AD7-189E426E34C8}" type="datetimeFigureOut">
              <a:rPr lang="en-IN" smtClean="0"/>
              <a:t>22-03-2023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E833B-C8B8-4038-98EE-1118B59DD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409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6D123-C131-4E7C-9AD7-189E426E34C8}" type="datetimeFigureOut">
              <a:rPr lang="en-IN" smtClean="0"/>
              <a:t>22-03-2023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E833B-C8B8-4038-98EE-1118B59DD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94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6D123-C131-4E7C-9AD7-189E426E34C8}" type="datetimeFigureOut">
              <a:rPr lang="en-IN" smtClean="0"/>
              <a:t>22-03-2023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E833B-C8B8-4038-98EE-1118B59DD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768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6D123-C131-4E7C-9AD7-189E426E34C8}" type="datetimeFigureOut">
              <a:rPr lang="en-IN" smtClean="0"/>
              <a:t>22-03-2023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E833B-C8B8-4038-98EE-1118B59DD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157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6D123-C131-4E7C-9AD7-189E426E34C8}" type="datetimeFigureOut">
              <a:rPr lang="en-IN" smtClean="0"/>
              <a:t>22-03-2023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E833B-C8B8-4038-98EE-1118B59DD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447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6D123-C131-4E7C-9AD7-189E426E34C8}" type="datetimeFigureOut">
              <a:rPr lang="en-IN" smtClean="0"/>
              <a:t>22-03-2023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E833B-C8B8-4038-98EE-1118B59DD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534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6D123-C131-4E7C-9AD7-189E426E34C8}" type="datetimeFigureOut">
              <a:rPr lang="en-IN" smtClean="0"/>
              <a:t>22-03-2023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BE833B-C8B8-4038-98EE-1118B59DD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295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 smtClean="0"/>
              <a:t>Method Overloading and Overriding </a:t>
            </a:r>
            <a:endParaRPr lang="en-I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801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 Overloading in Java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 class has multiple methods having same name but different in parameters, it is known as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Overloading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Java, Method Overloading is not possible by changing the return type of the method only.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303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Different ways to overload the method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ways to overload the method in java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changing number of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arguments</a:t>
            </a:r>
          </a:p>
          <a:p>
            <a:pPr marL="457200" lvl="1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changing the data type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957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-69585"/>
            <a:ext cx="10515600" cy="1325563"/>
          </a:xfrm>
        </p:spPr>
        <p:txBody>
          <a:bodyPr/>
          <a:lstStyle/>
          <a:p>
            <a:r>
              <a:rPr lang="en-IN" b="1" dirty="0" smtClean="0"/>
              <a:t>Example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269823" y="1021165"/>
            <a:ext cx="8874177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Adder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add(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= 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(c);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}  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add(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 = 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a+b+c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(d);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}    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main(String x[])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{  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		Adder a1 = new Adder();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a1.add(10,20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a1.add(10,20,30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477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Cont</a:t>
            </a:r>
            <a:r>
              <a:rPr lang="en-IN" b="1" dirty="0" smtClean="0"/>
              <a:t>…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693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Advantage of method overloading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overloading increases the readability of the program.</a:t>
            </a:r>
          </a:p>
        </p:txBody>
      </p:sp>
    </p:spTree>
    <p:extLst>
      <p:ext uri="{BB962C8B-B14F-4D97-AF65-F5344CB8AC3E}">
        <p14:creationId xmlns:p14="http://schemas.microsoft.com/office/powerpoint/2010/main" val="1877335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 Overriding in Java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subclass (child class) has the same method as declared in the parent class, it is known as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overriding in Java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3969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Rules for Java Method Overriding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 must have the same name as in the parent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 must have the same parameter as in the parent class.</a:t>
            </a: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must be an IS-A relationship (inheritance).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142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IN" b="1" dirty="0"/>
              <a:t>Example of method overriding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5" name="Rectangle 4"/>
          <p:cNvSpPr/>
          <p:nvPr/>
        </p:nvSpPr>
        <p:spPr>
          <a:xfrm>
            <a:off x="199876" y="976195"/>
            <a:ext cx="10578052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Vehicle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    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void run()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("Vehicle is running");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}  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   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Bike extends Vehicle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void run()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("Bike is running safely");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}  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main(String x[])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{  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Bike 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new Bike();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obj.run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}  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77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Cont</a:t>
            </a:r>
            <a:r>
              <a:rPr lang="en-IN" b="1" dirty="0" smtClean="0"/>
              <a:t>…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Output:</a:t>
            </a:r>
          </a:p>
          <a:p>
            <a:pPr marL="0" indent="0">
              <a:buNone/>
            </a:pPr>
            <a:r>
              <a:rPr lang="en-IN" dirty="0" smtClean="0"/>
              <a:t>Bike is running safely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7408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Usage of Java Method Overriding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overriding is used for runtime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polymorphism.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5553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Dynamic Method Dispatch</a:t>
            </a:r>
            <a:endParaRPr lang="en-IN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44200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object of child class is initialized to the reference variable of parent class is known as dynamic method dispatch.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also called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pcasting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850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9275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 smtClean="0"/>
              <a:t>Example</a:t>
            </a:r>
            <a:endParaRPr lang="en-IN" sz="6000" b="1" dirty="0"/>
          </a:p>
        </p:txBody>
      </p:sp>
      <p:sp>
        <p:nvSpPr>
          <p:cNvPr id="5" name="Rectangle 4"/>
          <p:cNvSpPr/>
          <p:nvPr/>
        </p:nvSpPr>
        <p:spPr>
          <a:xfrm>
            <a:off x="304799" y="1859340"/>
            <a:ext cx="9919855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A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void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display()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{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("A");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void paint()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("paint");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16818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96985" y="3260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 err="1" smtClean="0"/>
              <a:t>Cont</a:t>
            </a:r>
            <a:r>
              <a:rPr lang="en-US" sz="6000" b="1" dirty="0" smtClean="0"/>
              <a:t>…</a:t>
            </a:r>
            <a:endParaRPr lang="en-IN" sz="6000" b="1" dirty="0"/>
          </a:p>
        </p:txBody>
      </p:sp>
      <p:sp>
        <p:nvSpPr>
          <p:cNvPr id="6" name="Rectangle 5"/>
          <p:cNvSpPr/>
          <p:nvPr/>
        </p:nvSpPr>
        <p:spPr>
          <a:xfrm>
            <a:off x="401782" y="1139180"/>
            <a:ext cx="971203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B extends 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void display()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("B");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void print()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{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("print");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public static void main(String x[])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{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 a1 = new B();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a1.display();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a1.paint();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paint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095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3959</TotalTime>
  <Words>270</Words>
  <Application>Microsoft Office PowerPoint</Application>
  <PresentationFormat>Widescreen</PresentationFormat>
  <Paragraphs>119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Method Overloading and Overriding </vt:lpstr>
      <vt:lpstr>Method Overloading in Java </vt:lpstr>
      <vt:lpstr>Different ways to overload the method </vt:lpstr>
      <vt:lpstr>Example</vt:lpstr>
      <vt:lpstr>Cont…</vt:lpstr>
      <vt:lpstr>Advantage of method overloading </vt:lpstr>
      <vt:lpstr>Method Overriding in Java </vt:lpstr>
      <vt:lpstr>Rules for Java Method Overriding</vt:lpstr>
      <vt:lpstr>Example of method overriding </vt:lpstr>
      <vt:lpstr>Cont…</vt:lpstr>
      <vt:lpstr>Usage of Java Method Overriding </vt:lpstr>
      <vt:lpstr>Dynamic Method Dispatch</vt:lpstr>
      <vt:lpstr>Example</vt:lpstr>
      <vt:lpstr>Cont…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Method Overloading and Overriding</dc:title>
  <dc:creator>Windows User</dc:creator>
  <cp:lastModifiedBy>DELL</cp:lastModifiedBy>
  <cp:revision>13</cp:revision>
  <dcterms:created xsi:type="dcterms:W3CDTF">2021-05-31T05:58:58Z</dcterms:created>
  <dcterms:modified xsi:type="dcterms:W3CDTF">2023-03-25T03:33:48Z</dcterms:modified>
</cp:coreProperties>
</file>