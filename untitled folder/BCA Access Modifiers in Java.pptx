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41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48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32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29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2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69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03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55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95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03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81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413D2-3106-487F-947E-0DA86B0DF75A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33D3B-7E82-4692-8F3F-2EDC9863E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59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Access Modifiers in Java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71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Modifiers in Java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modifiers in Java: 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ccess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(Visibility Control).</a:t>
            </a:r>
          </a:p>
          <a:p>
            <a:pPr lvl="1" algn="just"/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on-access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modifiers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28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Access </a:t>
            </a:r>
            <a:r>
              <a:rPr lang="en-IN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modifiers</a:t>
            </a:r>
            <a:r>
              <a:rPr lang="en-IN" sz="6000" dirty="0" smtClean="0"/>
              <a:t> 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access modifiers in Java specifies the accessibility or scope of a field, method, constructor, or class.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four types of Java access modifiers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access level of a private modifier is only within the class. It cannot be accessed from outside the class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00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access level of a default modifier is only within the package. It cannot be accessed from outside the package. If you do not specify any access level, it will be the default.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access level of a protected modifier is within the package and outside the package through child class. If you do not make the child class, it cannot be accessed from outside the package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61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access level of a public modifier is everywhere. It can be accessed from within the class, outside the class, within the package and outside the package.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06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163526"/>
              </p:ext>
            </p:extLst>
          </p:nvPr>
        </p:nvGraphicFramePr>
        <p:xfrm>
          <a:off x="838201" y="2210593"/>
          <a:ext cx="11138940" cy="4099520"/>
        </p:xfrm>
        <a:graphic>
          <a:graphicData uri="http://schemas.openxmlformats.org/drawingml/2006/table">
            <a:tbl>
              <a:tblPr/>
              <a:tblGrid>
                <a:gridCol w="2227788">
                  <a:extLst>
                    <a:ext uri="{9D8B030D-6E8A-4147-A177-3AD203B41FA5}">
                      <a16:colId xmlns:a16="http://schemas.microsoft.com/office/drawing/2014/main" val="2206824404"/>
                    </a:ext>
                  </a:extLst>
                </a:gridCol>
                <a:gridCol w="2227788">
                  <a:extLst>
                    <a:ext uri="{9D8B030D-6E8A-4147-A177-3AD203B41FA5}">
                      <a16:colId xmlns:a16="http://schemas.microsoft.com/office/drawing/2014/main" val="205767258"/>
                    </a:ext>
                  </a:extLst>
                </a:gridCol>
                <a:gridCol w="2227788">
                  <a:extLst>
                    <a:ext uri="{9D8B030D-6E8A-4147-A177-3AD203B41FA5}">
                      <a16:colId xmlns:a16="http://schemas.microsoft.com/office/drawing/2014/main" val="1693220338"/>
                    </a:ext>
                  </a:extLst>
                </a:gridCol>
                <a:gridCol w="2227788">
                  <a:extLst>
                    <a:ext uri="{9D8B030D-6E8A-4147-A177-3AD203B41FA5}">
                      <a16:colId xmlns:a16="http://schemas.microsoft.com/office/drawing/2014/main" val="1374101593"/>
                    </a:ext>
                  </a:extLst>
                </a:gridCol>
                <a:gridCol w="2227788">
                  <a:extLst>
                    <a:ext uri="{9D8B030D-6E8A-4147-A177-3AD203B41FA5}">
                      <a16:colId xmlns:a16="http://schemas.microsoft.com/office/drawing/2014/main" val="180492455"/>
                    </a:ext>
                  </a:extLst>
                </a:gridCol>
              </a:tblGrid>
              <a:tr h="1179721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Modifier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class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package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outside package by subclass only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outside package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73505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111173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550650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Protected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49212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654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98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2. Non-access </a:t>
            </a:r>
            <a:r>
              <a:rPr lang="en-IN" sz="6000" b="1" dirty="0"/>
              <a:t>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non-access modifiers, such as static, abstract, synchronized, native, volatile, transient, etc.</a:t>
            </a:r>
          </a:p>
        </p:txBody>
      </p:sp>
    </p:spTree>
    <p:extLst>
      <p:ext uri="{BB962C8B-B14F-4D97-AF65-F5344CB8AC3E}">
        <p14:creationId xmlns:p14="http://schemas.microsoft.com/office/powerpoint/2010/main" val="248393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250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Access Modifiers in Java</vt:lpstr>
      <vt:lpstr>Modifiers in Java</vt:lpstr>
      <vt:lpstr>1. Access modifiers  </vt:lpstr>
      <vt:lpstr>Cont…</vt:lpstr>
      <vt:lpstr>Cont…</vt:lpstr>
      <vt:lpstr>Cont…</vt:lpstr>
      <vt:lpstr>2. Non-access modifiers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Modifiers in Java</dc:title>
  <dc:creator>Windows User</dc:creator>
  <cp:lastModifiedBy>DELL</cp:lastModifiedBy>
  <cp:revision>5</cp:revision>
  <dcterms:created xsi:type="dcterms:W3CDTF">2021-04-16T10:53:10Z</dcterms:created>
  <dcterms:modified xsi:type="dcterms:W3CDTF">2022-04-19T15:47:34Z</dcterms:modified>
</cp:coreProperties>
</file>