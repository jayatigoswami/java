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3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45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60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55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94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2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5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0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12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73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95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BC48E-A134-4A58-A776-65F848241FC3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F6FF3-5692-4BFD-8E80-9A61E1513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5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smtClean="0"/>
              <a:t>Super Keyword</a:t>
            </a:r>
            <a:endParaRPr lang="en-IN" sz="8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09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6000" b="1" dirty="0"/>
              <a:t>Super Keyword in Java</a:t>
            </a:r>
            <a:br>
              <a:rPr lang="en-IN" sz="6000" b="1" dirty="0"/>
            </a:b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keyword in Java is a reference variable which is used to refer immediate parent class object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you create 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subclass, an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parent class is created implicitly which is referred by super reference variable.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5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Usage of Java super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can be used to refer immediate parent class instance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invoke immediate parent class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can be used to invoke immediate parent class constructor.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03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900" b="1" dirty="0" smtClean="0"/>
              <a:t>1. </a:t>
            </a:r>
            <a:r>
              <a:rPr lang="en-IN" sz="4900" b="1" dirty="0"/>
              <a:t>super is used to refer immediate parent class instance variable.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super keyword to access the data member or field of parent class.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if parent class and child class have same fields.</a:t>
            </a:r>
          </a:p>
        </p:txBody>
      </p:sp>
    </p:spTree>
    <p:extLst>
      <p:ext uri="{BB962C8B-B14F-4D97-AF65-F5344CB8AC3E}">
        <p14:creationId xmlns:p14="http://schemas.microsoft.com/office/powerpoint/2010/main" val="304271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0112" y="4646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5" name="Rectangle 4"/>
          <p:cNvSpPr/>
          <p:nvPr/>
        </p:nvSpPr>
        <p:spPr>
          <a:xfrm>
            <a:off x="429491" y="1679563"/>
            <a:ext cx="871450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=10;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=20;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void display()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(a);//prints a of B class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super.a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);//prints a of A class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static void main(String x[])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2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 b1= new B();  </a:t>
            </a:r>
          </a:p>
          <a:p>
            <a:pPr lvl="2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b1.display(); 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20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76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9" y="365125"/>
            <a:ext cx="11610108" cy="1325563"/>
          </a:xfrm>
        </p:spPr>
        <p:txBody>
          <a:bodyPr>
            <a:no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2. </a:t>
            </a:r>
            <a:r>
              <a:rPr lang="en-IN" b="1" dirty="0"/>
              <a:t>super can be used to invoke parent class method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 keyword can also be used to invoke parent class method.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used if subclass contains the same method as parent class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it is used if method is overridden.</a:t>
            </a:r>
          </a:p>
        </p:txBody>
      </p:sp>
    </p:spTree>
    <p:extLst>
      <p:ext uri="{BB962C8B-B14F-4D97-AF65-F5344CB8AC3E}">
        <p14:creationId xmlns:p14="http://schemas.microsoft.com/office/powerpoint/2010/main" val="420385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0112" y="4646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5" name="Rectangle 4"/>
          <p:cNvSpPr/>
          <p:nvPr/>
        </p:nvSpPr>
        <p:spPr>
          <a:xfrm>
            <a:off x="429491" y="1679563"/>
            <a:ext cx="8714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967" y="959402"/>
            <a:ext cx="8963888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A");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  <a:endParaRPr lang="en-IN" sz="17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display()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super.display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 X[])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 b1=new B(); 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display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47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66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96983"/>
            <a:ext cx="11720945" cy="1593706"/>
          </a:xfrm>
        </p:spPr>
        <p:txBody>
          <a:bodyPr>
            <a:no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/>
              <a:t>3. </a:t>
            </a:r>
            <a:r>
              <a:rPr lang="en-IN" sz="4000" b="1" dirty="0"/>
              <a:t>super() can be used to invoke immediate parent class constructor.</a:t>
            </a:r>
            <a:br>
              <a:rPr lang="en-IN" sz="4000" b="1" dirty="0"/>
            </a:b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 keyword can also be used to invoke the parent class constructor.</a:t>
            </a:r>
            <a:r>
              <a:rPr lang="en-IN" dirty="0"/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4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0112" y="4646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5" name="Rectangle 4"/>
          <p:cNvSpPr/>
          <p:nvPr/>
        </p:nvSpPr>
        <p:spPr>
          <a:xfrm>
            <a:off x="429491" y="1679563"/>
            <a:ext cx="8714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967" y="959402"/>
            <a:ext cx="89638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A()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A");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B()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super();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B");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 X[])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 b1=new B();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46478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2192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9090</TotalTime>
  <Words>309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Super Keyword</vt:lpstr>
      <vt:lpstr>Super Keyword in Java </vt:lpstr>
      <vt:lpstr>Usage of Java super Keyword</vt:lpstr>
      <vt:lpstr> 1. super is used to refer immediate parent class instance variable. </vt:lpstr>
      <vt:lpstr>Example</vt:lpstr>
      <vt:lpstr>Cont…</vt:lpstr>
      <vt:lpstr>  2. super can be used to invoke parent class method  </vt:lpstr>
      <vt:lpstr>Example</vt:lpstr>
      <vt:lpstr>Cont…</vt:lpstr>
      <vt:lpstr>  3. super() can be used to invoke immediate parent class constructor. </vt:lpstr>
      <vt:lpstr>Example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Keyword</dc:title>
  <dc:creator>DELL</dc:creator>
  <cp:lastModifiedBy>DELL</cp:lastModifiedBy>
  <cp:revision>11</cp:revision>
  <dcterms:created xsi:type="dcterms:W3CDTF">2022-04-12T06:04:15Z</dcterms:created>
  <dcterms:modified xsi:type="dcterms:W3CDTF">2023-03-27T07:59:18Z</dcterms:modified>
</cp:coreProperties>
</file>