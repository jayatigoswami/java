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336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61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9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90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80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92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4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33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68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4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9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985B5-ACE7-40E1-A612-9673BC9F769C}" type="datetimeFigureOut">
              <a:rPr lang="en-IN" smtClean="0"/>
              <a:t>20-04-2022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7EC00-C172-4AF2-B3E1-2661D4F64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22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b="1" dirty="0" smtClean="0"/>
              <a:t>Final Keyword</a:t>
            </a:r>
            <a:endParaRPr lang="en-IN" sz="8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26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700" b="1" dirty="0" smtClean="0"/>
              <a:t>Final Keyword In Java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keyword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java is used to restrict the user. 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can 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7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 smtClean="0"/>
              <a:t>1. </a:t>
            </a:r>
            <a:r>
              <a:rPr lang="en-IN" sz="6700" b="1" dirty="0"/>
              <a:t>final variable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make any variable as final, you cannot change the value of final variable(It will be constant).</a:t>
            </a:r>
          </a:p>
        </p:txBody>
      </p:sp>
    </p:spTree>
    <p:extLst>
      <p:ext uri="{BB962C8B-B14F-4D97-AF65-F5344CB8AC3E}">
        <p14:creationId xmlns:p14="http://schemas.microsoft.com/office/powerpoint/2010/main" val="1207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415636" y="1582341"/>
            <a:ext cx="87283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final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a=90;//final variable 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run()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a=400; 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x[])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 a1=new  A(); 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a1.run();  </a:t>
            </a:r>
          </a:p>
          <a:p>
            <a:pPr lvl="1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Error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1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700" b="1" dirty="0" smtClean="0"/>
              <a:t>2. final </a:t>
            </a:r>
            <a:r>
              <a:rPr lang="en-IN" sz="6700" b="1" dirty="0"/>
              <a:t>method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make any method as final, you cannot override it.</a:t>
            </a:r>
          </a:p>
        </p:txBody>
      </p:sp>
    </p:spTree>
    <p:extLst>
      <p:ext uri="{BB962C8B-B14F-4D97-AF65-F5344CB8AC3E}">
        <p14:creationId xmlns:p14="http://schemas.microsoft.com/office/powerpoint/2010/main" val="119432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415636" y="1582341"/>
            <a:ext cx="87283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final void run()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("running");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61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err="1" smtClean="0"/>
              <a:t>Cont</a:t>
            </a:r>
            <a:r>
              <a:rPr lang="en-US" sz="6000" b="1" dirty="0" smtClean="0"/>
              <a:t>….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415636" y="1582341"/>
            <a:ext cx="87283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void run()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("running safely with 100kmph");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static void main(String a[])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 b1= new B();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b1.run();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Error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50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 smtClean="0"/>
              <a:t>3. </a:t>
            </a:r>
            <a:r>
              <a:rPr lang="en-IN" sz="6700" b="1" dirty="0"/>
              <a:t>final class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make any class as final, you cannot extend it.</a:t>
            </a:r>
          </a:p>
        </p:txBody>
      </p:sp>
    </p:spTree>
    <p:extLst>
      <p:ext uri="{BB962C8B-B14F-4D97-AF65-F5344CB8AC3E}">
        <p14:creationId xmlns:p14="http://schemas.microsoft.com/office/powerpoint/2010/main" val="305900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415636" y="1582341"/>
            <a:ext cx="87283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inal class A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run()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("running");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76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err="1" smtClean="0"/>
              <a:t>Cont</a:t>
            </a:r>
            <a:r>
              <a:rPr lang="en-US" sz="6000" b="1" dirty="0" smtClean="0"/>
              <a:t>….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415636" y="1582341"/>
            <a:ext cx="87283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void run()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("running safely with 100kmph");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static void main(String a[])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 b1= new B();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b1.run();  </a:t>
            </a:r>
          </a:p>
          <a:p>
            <a:pPr lvl="1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Error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80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4692</TotalTime>
  <Words>250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Final Keyword</vt:lpstr>
      <vt:lpstr>Final Keyword In Java </vt:lpstr>
      <vt:lpstr>1. final variable </vt:lpstr>
      <vt:lpstr>Example</vt:lpstr>
      <vt:lpstr>2. final method </vt:lpstr>
      <vt:lpstr>Example</vt:lpstr>
      <vt:lpstr>Cont….</vt:lpstr>
      <vt:lpstr>3. final class </vt:lpstr>
      <vt:lpstr>Example</vt:lpstr>
      <vt:lpstr>Cont….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Keyword</dc:title>
  <dc:creator>DELL</dc:creator>
  <cp:lastModifiedBy>DELL</cp:lastModifiedBy>
  <cp:revision>6</cp:revision>
  <dcterms:created xsi:type="dcterms:W3CDTF">2022-04-12T05:18:46Z</dcterms:created>
  <dcterms:modified xsi:type="dcterms:W3CDTF">2022-04-23T15:31:22Z</dcterms:modified>
</cp:coreProperties>
</file>