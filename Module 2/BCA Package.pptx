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312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9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74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0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41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7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2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66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1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84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0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5BA34-B375-495F-BE4F-5CB72C5DE31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8E1F0-723F-44A7-ABFB-E7B1918FA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24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b="1" dirty="0" smtClean="0"/>
              <a:t>Java Package</a:t>
            </a:r>
            <a:endParaRPr lang="en-IN" sz="9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05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Java Package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package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group of similar types of classes, interfaces and sub-packages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in java can be categorized in two form,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(pre-defined)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and user-defined package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(pre-defined)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such as java,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swing, net,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17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err="1" smtClean="0"/>
              <a:t>Cont</a:t>
            </a:r>
            <a:r>
              <a:rPr lang="en-US" sz="6000" b="1" dirty="0" smtClean="0"/>
              <a:t>…</a:t>
            </a:r>
            <a:endParaRPr lang="en-IN" sz="6000" b="1" dirty="0"/>
          </a:p>
        </p:txBody>
      </p:sp>
      <p:pic>
        <p:nvPicPr>
          <p:cNvPr id="1027" name="Picture 3" descr="package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09" y="1690689"/>
            <a:ext cx="11485417" cy="507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78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Advantage of Java Package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package is used to categorize the classes and interfaces so that they can be easily maintained.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package provides access protection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package removes naming collision.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1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931236" cy="1325563"/>
          </a:xfrm>
        </p:spPr>
        <p:txBody>
          <a:bodyPr>
            <a:normAutofit/>
          </a:bodyPr>
          <a:lstStyle/>
          <a:p>
            <a:r>
              <a:rPr lang="en-US" b="1" dirty="0"/>
              <a:t>E</a:t>
            </a:r>
            <a:r>
              <a:rPr lang="en-US" b="1" dirty="0" smtClean="0"/>
              <a:t>xample </a:t>
            </a:r>
            <a:r>
              <a:rPr lang="en-US" b="1" dirty="0"/>
              <a:t>of java </a:t>
            </a:r>
            <a:r>
              <a:rPr lang="en-US" b="1" dirty="0" smtClean="0"/>
              <a:t>package (User-defined package)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35533" y="1825624"/>
            <a:ext cx="10515600" cy="4935393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keyword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used to create a package in java.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0217" y="2898346"/>
            <a:ext cx="98228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//Simple.java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mypack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Simple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 static void main(String a[])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{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("Welcome to package");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}  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3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How to compile java package</a:t>
            </a:r>
            <a:r>
              <a:rPr lang="en-IN" b="1" i="1" dirty="0"/>
              <a:t/>
            </a:r>
            <a:br>
              <a:rPr lang="en-IN" b="1" i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457200" lvl="1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-d directory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javafilename.java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 example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-d . Simple.java 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-d is a switch that tells the compiler where to put the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.class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i.e. it represents destination.</a:t>
            </a:r>
            <a:r>
              <a:rPr lang="en-IN" dirty="0"/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use any directory name like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abc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you want to keep the package within the same directory, you can use . (dot).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3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How to run java package program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 example</a:t>
            </a:r>
            <a:endParaRPr lang="en-IN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mypack.Simple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1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access package from another package?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ways to access the package from outside the package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package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.*;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package.classname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name.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4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>1. </a:t>
            </a:r>
            <a:r>
              <a:rPr lang="en-US" sz="6700" b="1" dirty="0"/>
              <a:t>Using packagename.*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use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packagename.*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all the classes and interfaces of this package will be accessible but not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subpackages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 keyword is used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classes and interface of package.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275" y="88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235527" y="1042395"/>
            <a:ext cx="890847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//A.java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pack;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A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void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("Hello");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//B.java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mypack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pack.*;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 a[])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new A();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obj.msg();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Hello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2. </a:t>
            </a:r>
            <a:r>
              <a:rPr lang="en-US" sz="6000" b="1" dirty="0"/>
              <a:t>Using </a:t>
            </a:r>
            <a:r>
              <a:rPr lang="en-US" sz="6000" b="1" dirty="0" err="1"/>
              <a:t>packagename.classname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import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packagename.classname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only declared class of this package will be accessible.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20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275" y="88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235527" y="1042395"/>
            <a:ext cx="890847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//A.java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pack;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A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void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("Hello");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//B.java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mypack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pack.A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 a[])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A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new A();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obj.msg();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Hello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15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 smtClean="0"/>
              <a:t>3. </a:t>
            </a:r>
            <a:r>
              <a:rPr lang="en-US" sz="6700" b="1" dirty="0"/>
              <a:t>Using fully qualified name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use fully qualified name then only declared class of this package will be accessible.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need to import. But you need to use fully qualified name every time when you are accessing the class or interface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97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275" y="88027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Example</a:t>
            </a:r>
            <a:endParaRPr lang="en-IN" sz="6000" b="1" dirty="0"/>
          </a:p>
        </p:txBody>
      </p:sp>
      <p:sp>
        <p:nvSpPr>
          <p:cNvPr id="4" name="Rectangle 3"/>
          <p:cNvSpPr/>
          <p:nvPr/>
        </p:nvSpPr>
        <p:spPr>
          <a:xfrm>
            <a:off x="235527" y="1042395"/>
            <a:ext cx="890847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//A.java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pack;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A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 void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("Hello");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//B.java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mypack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public static void main(String a[])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pack.A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pack.A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//using fully qualified 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obj.msg();  </a:t>
            </a:r>
          </a:p>
          <a:p>
            <a:pPr lvl="1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}  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Hello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17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405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Java Package</vt:lpstr>
      <vt:lpstr>Java Package</vt:lpstr>
      <vt:lpstr>Cont…</vt:lpstr>
      <vt:lpstr>Advantage of Java Package</vt:lpstr>
      <vt:lpstr>Example of java package (User-defined package)</vt:lpstr>
      <vt:lpstr>How to compile java package </vt:lpstr>
      <vt:lpstr>How to run java package program</vt:lpstr>
      <vt:lpstr>How to access package from another package?</vt:lpstr>
      <vt:lpstr>1. Using packagename.* </vt:lpstr>
      <vt:lpstr>Example</vt:lpstr>
      <vt:lpstr>2. Using packagename.classname</vt:lpstr>
      <vt:lpstr>Example</vt:lpstr>
      <vt:lpstr>3. Using fully qualified name 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Package</dc:title>
  <dc:creator>DELL</dc:creator>
  <cp:lastModifiedBy>DELL</cp:lastModifiedBy>
  <cp:revision>13</cp:revision>
  <dcterms:created xsi:type="dcterms:W3CDTF">2022-04-11T16:58:22Z</dcterms:created>
  <dcterms:modified xsi:type="dcterms:W3CDTF">2023-04-06T03:05:25Z</dcterms:modified>
</cp:coreProperties>
</file>